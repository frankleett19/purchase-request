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5303520" cy="51435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三花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生活館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" y="27432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員購申請系統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導入報告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0" y="548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課程作業報告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914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年 5 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0" y="1371600"/>
            <a:ext cx="45720" cy="2560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371600"/>
            <a:ext cx="4389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三花生活館 CEO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實作報告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0" y="4389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使用工具：Claude (Anthropic)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一、任務描述：從紙本到數位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FFF3F0"/>
          </a:solidFill>
          <a:ln w="12700">
            <a:solidFill>
              <a:srgbClr val="FFCC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😩 原來的痛點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手寫申請單，等督導到店簽名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等待時間長達 1～2 週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紙本郵寄總公司，容易遺失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行政對帳耗費大量人力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間門市，流程難以統一管理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931920" cy="347472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數位化目標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60020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線上填單，任何裝置皆可操作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督導線上簽核，無需到店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流程縮短至 3 天以內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所有資料雲端儲存，即時查閱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多角色權限分級管理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2468880"/>
            <a:ext cx="457200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2423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三花生活館 ｜ 27 間門市連鎖 ｜ CEO Frank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二、Agent 指令策略與工具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指令策略：截圖 + 中文自然語言描述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463040" cy="822960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4173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描述需求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（中文）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55648" y="15087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1417320"/>
            <a:ext cx="1463040" cy="822960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20240" y="14173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修改程式碼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01568" y="15087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566160" y="1417320"/>
            <a:ext cx="1463040" cy="822960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14173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下載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放入資料夾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47488" y="15087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212080" y="1417320"/>
            <a:ext cx="1463040" cy="822960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0" y="14173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Netlify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93408" y="15087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858000" y="1417320"/>
            <a:ext cx="1463040" cy="822960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14173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瀏覽器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測試截圖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331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↩ 不滿意就截圖回饋，繼續叠代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6974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使用工具一覽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63240"/>
          <a:ext cx="8412480" cy="1645920"/>
        </p:xfrm>
        <a:graphic>
          <a:graphicData uri="http://schemas.openxmlformats.org/drawingml/2006/table">
            <a:tbl>
              <a:tblPr/>
              <a:tblGrid>
                <a:gridCol w="3200400"/>
                <a:gridCol w="52120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工具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Chat / Cowork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設計、程式碼修改、除錯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+ Netlify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版本管理 + 自動部署上線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Sheets + Apps Script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雲端資料庫 + API 中間層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三花生活館 ｜ 27 間門市連鎖 ｜ CEO Frank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原始紙本申請單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1005840"/>
            <a:ext cx="7315200" cy="3657600"/>
          </a:xfrm>
          <a:prstGeom prst="rect">
            <a:avLst/>
          </a:prstGeom>
          <a:solidFill>
            <a:srgbClr val="F8FAFF"/>
          </a:solidFill>
          <a:ln w="19050">
            <a:solidFill>
              <a:srgbClr val="AABB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【請在此處插入紙本申請單圖片】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三花生活館 ｜ 27 間門市連鎖 ｜ CEO Frank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三、執行成果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55448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多角色登入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店長、督導、行政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財務、系統管理員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743200" cy="155448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線上申請單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37560" y="1554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貨號限 10 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員購價自動計算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743200" cy="155448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五階段簽核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1554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線上簽核流程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退回含原因記錄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2743200" cy="1554480"/>
          </a:xfrm>
          <a:prstGeom prst="rect">
            <a:avLst/>
          </a:prstGeom>
          <a:solidFill>
            <a:srgbClr val="FFF8F0"/>
          </a:solidFill>
          <a:ln w="12700">
            <a:solidFill>
              <a:srgbClr val="FFDA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971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🗃️ 帳號管理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3832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間門市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帳號新增/編輯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834640"/>
            <a:ext cx="2743200" cy="1554480"/>
          </a:xfrm>
          <a:prstGeom prst="rect">
            <a:avLst/>
          </a:prstGeom>
          <a:solidFill>
            <a:srgbClr val="FFF8F0"/>
          </a:solidFill>
          <a:ln w="12700">
            <a:solidFill>
              <a:srgbClr val="FFDA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2971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Google Sheets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33832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雲端資料庫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跨裝置同步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834640"/>
            <a:ext cx="2743200" cy="1554480"/>
          </a:xfrm>
          <a:prstGeom prst="rect">
            <a:avLst/>
          </a:prstGeom>
          <a:solidFill>
            <a:srgbClr val="FFF8F0"/>
          </a:solidFill>
          <a:ln w="12700">
            <a:solidFill>
              <a:srgbClr val="FFDA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2971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正式上線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33832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Netlify 託管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任何裝置可用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三花生活館 ｜ 27 間門市連鎖 ｜ CEO Frank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四、導入價值與挑戰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560320" cy="1371600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3週→3天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申請流程縮短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960120"/>
            <a:ext cx="2560320" cy="1371600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0058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9184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每月申請單處理量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960120"/>
            <a:ext cx="2560320" cy="1371600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0058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3人工日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1792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每月節省人力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514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主要挑戰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292608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技術問題：Google Sheets 寫入需多輪叠代，最終透過 Netlify Functions 解決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初次設定門檻：GitHub、Netlify、Google Sheets API 需要學習成本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資料安全性：帳號密碼需評估加密方案後再正式上線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員工教育訓練：27 間門市店長需要系統操作說明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三花生活館 ｜ 27 間門市連鎖 ｜ CEO Frank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五、關鍵 Insight 與管理反思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60020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73152" cy="1600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AI 縮短「需求端」與「開發端」距離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可直接用中文主導數位化開發，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無需依賴 IT 部門或外包，需求不失真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14800" cy="160020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73152" cy="1600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97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小步快跑、截圖勝過文字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每次只提一個需求，截圖比純文字更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精確，確認後再繼續叠代效率最高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788920"/>
            <a:ext cx="4114800" cy="160020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788920"/>
            <a:ext cx="73152" cy="1600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80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架構選型仍需技術判斷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3375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能執行，但架構決策需人判斷。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問題若一開始選對方案可省大量時間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788920"/>
            <a:ext cx="4114800" cy="1600200"/>
          </a:xfrm>
          <a:prstGeom prst="rect">
            <a:avLst/>
          </a:prstGeom>
          <a:solidFill>
            <a:srgbClr val="F8FAFF"/>
          </a:solidFill>
          <a:ln w="12700">
            <a:solidFill>
              <a:srgbClr val="BFDB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788920"/>
            <a:ext cx="73152" cy="1600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880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從真實痛點出發才有價值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3375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員購流程是真實存在的管理痛點，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生成的系統因此有實際使用價值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三花生活館 ｜ 27 間門市連鎖 ｜ CEO Frank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Q&amp;A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74320" y="27432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感謝聆聽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0" y="731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網站上線網址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931920" y="1188720"/>
            <a:ext cx="4937760" cy="548640"/>
          </a:xfrm>
          <a:prstGeom prst="rect">
            <a:avLst/>
          </a:prstGeom>
          <a:solidFill>
            <a:srgbClr val="EEF3FF"/>
          </a:solidFill>
          <a:ln w="12700">
            <a:solidFill>
              <a:srgbClr val="BFD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11887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3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stately-manatee-fc25ff.netlify.app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31920" y="2468880"/>
            <a:ext cx="4937760" cy="548640"/>
          </a:xfrm>
          <a:prstGeom prst="rect">
            <a:avLst/>
          </a:prstGeom>
          <a:solidFill>
            <a:srgbClr val="EEF3FF"/>
          </a:solidFill>
          <a:ln w="12700">
            <a:solidFill>
              <a:srgbClr val="BFD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24688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3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github.com/frankleett19/purchase-request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0" y="4206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開發工具：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(Anthropic) · GitHub · Netlify · Google Sheets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三花生活館員購系統 AI Agent 導入報告</dc:title>
  <dc:subject>PptxGenJS Presentation</dc:subject>
  <dc:creator>PptxGenJS</dc:creator>
  <cp:lastModifiedBy>PptxGenJS</cp:lastModifiedBy>
  <cp:revision>1</cp:revision>
  <dcterms:created xsi:type="dcterms:W3CDTF">2026-05-29T11:59:47Z</dcterms:created>
  <dcterms:modified xsi:type="dcterms:W3CDTF">2026-05-29T11:59:47Z</dcterms:modified>
</cp:coreProperties>
</file>